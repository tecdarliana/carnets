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media/image2.png" ContentType="image/png"/>
  <Override PartName="/ppt/media/image3.jpeg" ContentType="image/jpeg"/>
  <Override PartName="/ppt/media/image4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5676900" cy="8845550"/>
  <p:notesSz cx="1493838" cy="26098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83680" y="352800"/>
            <a:ext cx="5108760" cy="147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283680" y="2069640"/>
            <a:ext cx="5108760" cy="51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83680" y="352800"/>
            <a:ext cx="5108760" cy="147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283680" y="2069640"/>
            <a:ext cx="5108760" cy="51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83680" y="352800"/>
            <a:ext cx="5108760" cy="147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283680" y="2069640"/>
            <a:ext cx="2493000" cy="51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2901600" y="2069640"/>
            <a:ext cx="2493000" cy="51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83680" y="352800"/>
            <a:ext cx="5108760" cy="147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283680" y="352800"/>
            <a:ext cx="5108760" cy="684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83680" y="352800"/>
            <a:ext cx="5108760" cy="147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283680" y="2069640"/>
            <a:ext cx="249300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2901600" y="2069640"/>
            <a:ext cx="2493000" cy="51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283680" y="4749480"/>
            <a:ext cx="249300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83680" y="352800"/>
            <a:ext cx="5108760" cy="147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283680" y="2069640"/>
            <a:ext cx="2493000" cy="51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2901600" y="2069640"/>
            <a:ext cx="249300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2901600" y="4749480"/>
            <a:ext cx="249300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83680" y="352800"/>
            <a:ext cx="5108760" cy="147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283680" y="2069640"/>
            <a:ext cx="249300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2901600" y="2069640"/>
            <a:ext cx="249300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283680" y="4749480"/>
            <a:ext cx="510876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83680" y="352800"/>
            <a:ext cx="5108760" cy="147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283680" y="2069640"/>
            <a:ext cx="510876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283680" y="4749480"/>
            <a:ext cx="510876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83680" y="352800"/>
            <a:ext cx="5108760" cy="147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283680" y="2069640"/>
            <a:ext cx="249300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2901600" y="2069640"/>
            <a:ext cx="249300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283680" y="4749480"/>
            <a:ext cx="249300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2901600" y="4749480"/>
            <a:ext cx="249300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83680" y="352800"/>
            <a:ext cx="5108760" cy="147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283680" y="2069640"/>
            <a:ext cx="164484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2011320" y="2069640"/>
            <a:ext cx="164484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3738600" y="2069640"/>
            <a:ext cx="164484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283680" y="4749480"/>
            <a:ext cx="164484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2011320" y="4749480"/>
            <a:ext cx="164484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3738600" y="4749480"/>
            <a:ext cx="164484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83680" y="352800"/>
            <a:ext cx="5108760" cy="147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283680" y="2069640"/>
            <a:ext cx="5108760" cy="51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" descr=""/>
          <p:cNvPicPr/>
          <p:nvPr/>
        </p:nvPicPr>
        <p:blipFill>
          <a:blip r:embed="rId2"/>
          <a:stretch/>
        </p:blipFill>
        <p:spPr>
          <a:xfrm>
            <a:off x="0" y="0"/>
            <a:ext cx="5676840" cy="884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21;p4" descr="{{code_qr}}"/>
          <p:cNvPicPr/>
          <p:nvPr/>
        </p:nvPicPr>
        <p:blipFill>
          <a:blip r:embed="rId2"/>
          <a:stretch/>
        </p:blipFill>
        <p:spPr>
          <a:xfrm>
            <a:off x="1614240" y="2069280"/>
            <a:ext cx="2446920" cy="244692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83680" y="352800"/>
            <a:ext cx="5108760" cy="147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283680" y="4749480"/>
            <a:ext cx="5108760" cy="24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" descr=""/>
          <p:cNvPicPr/>
          <p:nvPr/>
        </p:nvPicPr>
        <p:blipFill>
          <a:blip r:embed="rId3"/>
          <a:stretch/>
        </p:blipFill>
        <p:spPr>
          <a:xfrm>
            <a:off x="0" y="2880"/>
            <a:ext cx="5676840" cy="8913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1_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2026-10-08T15:27:16Z</dcterms:modified>
  <cp:revision>1</cp:revision>
  <dc:subject/>
  <dc:title/>
</cp:coreProperties>
</file>