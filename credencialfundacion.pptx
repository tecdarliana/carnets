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9" r:id="rId3"/>
  </p:sldMasterIdLst>
  <p:notesMasterIdLst>
    <p:notesMasterId r:id="rId4"/>
  </p:notesMasterIdLst>
  <p:sldIdLst>
    <p:sldId id="256" r:id="rId5"/>
    <p:sldId id="257" r:id="rId6"/>
  </p:sldIdLst>
  <p:sldSz cy="8845550" cx="5676900"/>
  <p:notesSz cx="1493825" cy="2609850"/>
  <p:embeddedFontLst>
    <p:embeddedFont>
      <p:font typeface="Georama"/>
      <p:regular r:id="rId7"/>
      <p:bold r:id="rId8"/>
      <p:italic r:id="rId9"/>
      <p:boldItalic r:id="rId10"/>
    </p:embeddedFont>
    <p:embeddedFont>
      <p:font typeface="Georama Black"/>
      <p:bold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GeoramaBlack-bold.fntdata"/><Relationship Id="rId10" Type="http://schemas.openxmlformats.org/officeDocument/2006/relationships/font" Target="fonts/Georama-boldItalic.fntdata"/><Relationship Id="rId12" Type="http://schemas.openxmlformats.org/officeDocument/2006/relationships/font" Target="fonts/GeoramaBlack-boldItalic.fntdata"/><Relationship Id="rId9" Type="http://schemas.openxmlformats.org/officeDocument/2006/relationships/font" Target="fonts/Georama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Georama-regular.fntdata"/><Relationship Id="rId8" Type="http://schemas.openxmlformats.org/officeDocument/2006/relationships/font" Target="fonts/Georam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49000" y="195725"/>
            <a:ext cx="995925" cy="978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49375" y="1239675"/>
            <a:ext cx="1195050" cy="1174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 txBox="1"/>
          <p:nvPr>
            <p:ph idx="1" type="body"/>
          </p:nvPr>
        </p:nvSpPr>
        <p:spPr>
          <a:xfrm>
            <a:off x="149375" y="1239675"/>
            <a:ext cx="1195050" cy="1174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:notes"/>
          <p:cNvSpPr/>
          <p:nvPr>
            <p:ph idx="2" type="sldImg"/>
          </p:nvPr>
        </p:nvSpPr>
        <p:spPr>
          <a:xfrm>
            <a:off x="249000" y="195725"/>
            <a:ext cx="995925" cy="978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:notes"/>
          <p:cNvSpPr txBox="1"/>
          <p:nvPr>
            <p:ph idx="1" type="body"/>
          </p:nvPr>
        </p:nvSpPr>
        <p:spPr>
          <a:xfrm>
            <a:off x="149375" y="1239675"/>
            <a:ext cx="1195050" cy="1174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:notes"/>
          <p:cNvSpPr/>
          <p:nvPr>
            <p:ph idx="2" type="sldImg"/>
          </p:nvPr>
        </p:nvSpPr>
        <p:spPr>
          <a:xfrm>
            <a:off x="249000" y="195725"/>
            <a:ext cx="995925" cy="978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objetos">
  <p:cSld name="1_Título y objetos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90525" y="471487"/>
            <a:ext cx="4895850" cy="1709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32"/>
              <a:buFont typeface="Calibri"/>
              <a:buNone/>
              <a:defRPr b="0" i="0" sz="273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90525" y="2354262"/>
            <a:ext cx="4895850" cy="56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8963" lvl="0" marL="457200" marR="0" rtl="0" algn="l">
              <a:lnSpc>
                <a:spcPct val="90000"/>
              </a:lnSpc>
              <a:spcBef>
                <a:spcPts val="621"/>
              </a:spcBef>
              <a:spcAft>
                <a:spcPts val="0"/>
              </a:spcAft>
              <a:buClr>
                <a:schemeClr val="dk1"/>
              </a:buClr>
              <a:buSzPts val="1738"/>
              <a:buFont typeface="Arial"/>
              <a:buChar char="•"/>
              <a:defRPr b="0" i="0" sz="173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215" lvl="1" marL="914400" marR="0" rtl="0" algn="l">
              <a:lnSpc>
                <a:spcPct val="9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490"/>
              <a:buFont typeface="Arial"/>
              <a:buChar char="•"/>
              <a:defRPr b="0" i="0" sz="149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7467" lvl="2" marL="1371600" marR="0" rtl="0" algn="l">
              <a:lnSpc>
                <a:spcPct val="9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242"/>
              <a:buFont typeface="Arial"/>
              <a:buChar char="•"/>
              <a:defRPr b="0" i="0" sz="124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9530" lvl="3" marL="1828800" marR="0" rtl="0" algn="l">
              <a:lnSpc>
                <a:spcPct val="9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117"/>
              <a:buFont typeface="Arial"/>
              <a:buChar char="•"/>
              <a:defRPr b="0" i="0" sz="111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9530" lvl="4" marL="2286000" marR="0" rtl="0" algn="l">
              <a:lnSpc>
                <a:spcPct val="9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117"/>
              <a:buFont typeface="Arial"/>
              <a:buChar char="•"/>
              <a:defRPr b="0" i="0" sz="111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9530" lvl="5" marL="2743200" marR="0" rtl="0" algn="l">
              <a:lnSpc>
                <a:spcPct val="9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117"/>
              <a:buFont typeface="Arial"/>
              <a:buChar char="•"/>
              <a:defRPr b="0" i="0" sz="111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9530" lvl="6" marL="3200400" marR="0" rtl="0" algn="l">
              <a:lnSpc>
                <a:spcPct val="9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117"/>
              <a:buFont typeface="Arial"/>
              <a:buChar char="•"/>
              <a:defRPr b="0" i="0" sz="111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9529" lvl="7" marL="3657600" marR="0" rtl="0" algn="l">
              <a:lnSpc>
                <a:spcPct val="9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117"/>
              <a:buFont typeface="Arial"/>
              <a:buChar char="•"/>
              <a:defRPr b="0" i="0" sz="111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9529" lvl="8" marL="4114800" marR="0" rtl="0" algn="l">
              <a:lnSpc>
                <a:spcPct val="9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117"/>
              <a:buFont typeface="Arial"/>
              <a:buChar char="•"/>
              <a:defRPr b="0" i="0" sz="111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{{foto}}" id="13" name="Google Shape;1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9660" y="2708804"/>
            <a:ext cx="2174450" cy="217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/>
        </p:nvSpPr>
        <p:spPr>
          <a:xfrm>
            <a:off x="505450" y="4908425"/>
            <a:ext cx="4877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eorama Black"/>
                <a:ea typeface="Georama Black"/>
                <a:cs typeface="Georama Black"/>
                <a:sym typeface="Georama Black"/>
              </a:rPr>
              <a:t>{</a:t>
            </a:r>
            <a:r>
              <a:rPr lang="en-US" sz="2400">
                <a:solidFill>
                  <a:schemeClr val="dk1"/>
                </a:solidFill>
                <a:latin typeface="Georama Black"/>
                <a:ea typeface="Georama Black"/>
                <a:cs typeface="Georama Black"/>
                <a:sym typeface="Georama Black"/>
              </a:rPr>
              <a:t>{nombre}}</a:t>
            </a:r>
            <a:endParaRPr sz="2400">
              <a:solidFill>
                <a:schemeClr val="dk1"/>
              </a:solidFill>
              <a:latin typeface="Georama Black"/>
              <a:ea typeface="Georama Black"/>
              <a:cs typeface="Georama Black"/>
              <a:sym typeface="Georama Black"/>
            </a:endParaRPr>
          </a:p>
        </p:txBody>
      </p:sp>
      <p:sp>
        <p:nvSpPr>
          <p:cNvPr id="15" name="Google Shape;15;p3"/>
          <p:cNvSpPr txBox="1"/>
          <p:nvPr/>
        </p:nvSpPr>
        <p:spPr>
          <a:xfrm>
            <a:off x="783454" y="6236700"/>
            <a:ext cx="432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{{cargo}}</a:t>
            </a:r>
            <a:endParaRPr b="1" sz="18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</p:txBody>
      </p:sp>
      <p:sp>
        <p:nvSpPr>
          <p:cNvPr id="16" name="Google Shape;16;p3"/>
          <p:cNvSpPr txBox="1"/>
          <p:nvPr/>
        </p:nvSpPr>
        <p:spPr>
          <a:xfrm>
            <a:off x="1443393" y="5623356"/>
            <a:ext cx="297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Georama"/>
                <a:ea typeface="Georama"/>
                <a:cs typeface="Georama"/>
                <a:sym typeface="Georama"/>
              </a:rPr>
              <a:t>{{documento}}</a:t>
            </a:r>
            <a:endParaRPr b="1" sz="1800">
              <a:solidFill>
                <a:schemeClr val="dk1"/>
              </a:solidFill>
              <a:latin typeface="Georama"/>
              <a:ea typeface="Georama"/>
              <a:cs typeface="Georama"/>
              <a:sym typeface="Geora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{{code_qr}}" id="21" name="Google Shape;21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0489" y="5118454"/>
            <a:ext cx="1330150" cy="1330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